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✈️  Turbofan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DBE4FE"/>
                </a:solidFill>
              </a:rPr>
              <a:t>Predictive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204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C8F0"/>
                </a:solidFill>
              </a:rPr>
              <a:t>NASA C-MAPSS Dataset  ·  Random Forest Models  ·  Real-time RUL &amp; Failure Type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9AC8"/>
                </a:solidFill>
              </a:rPr>
              <a:t>Machine Learning · Predictive Analytics · Streamlit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>
                <a:solidFill>
                  <a:srgbClr val="FFFFFF"/>
                </a:solidFill>
              </a:rPr>
              <a:t>🔧  Unplanned engine failures cause costly downtime and safety risks in aviation.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FFFFFF"/>
                </a:solidFill>
              </a:rPr>
              <a:t>📉  Traditional time-based maintenance leads to over-servicing or under-servicing.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FFFFFF"/>
                </a:solidFill>
              </a:rPr>
              <a:t>🎯  Goal: Predict Remaining Useful Life (RUL) and failure type before failure occurs.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FFFFFF"/>
                </a:solidFill>
              </a:rPr>
              <a:t>📊  Dataset: NASA C-MAPSS — 104 turbofan engine run-to-failure simulations.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FFFFFF"/>
                </a:solidFill>
              </a:rPr>
              <a:t>🤖  Solution: Train ML models on sensor history to enable condition-based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NASA C-MAPSS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Total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104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Unique Engines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26 × 4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18872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21 sensors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Op.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 settings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37744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Failure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 classes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37744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RUL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 – 347 cycles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377440"/>
            <a:ext cx="2651760" cy="100584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4FE"/>
                </a:solidFill>
              </a:rP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144 engineered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4FE"/>
                </a:solidFill>
              </a:rPr>
              <a:t>Failure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690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Failure_1 — High Bypass Fan degradation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Failure_2 — Low Pressure Compressor fault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Failure_3 — High Pressure Compressor degradation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Failure_4 — Turbine degradation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4FE"/>
                </a:solidFill>
              </a:rPr>
              <a:t>Feature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0690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Rolling avg over 30, 60, 90 cycles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Min, Max, Variance per signal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24 signals × 6 stats = 144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02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143000"/>
            <a:ext cx="10515600" cy="5943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79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Raw Sensor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7957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engine_id, cycle, 21 sensors, 3 op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502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947672"/>
            <a:ext cx="10515600" cy="5943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984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9842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144 rolling statistics per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52344"/>
            <a:ext cx="502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254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752344"/>
            <a:ext cx="10515600" cy="5943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Imputation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88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SimpleImputer (mean strategy) for missing values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502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301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3557016"/>
            <a:ext cx="10515600" cy="5943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593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RUL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93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Random Forest Regressor → predicts cycles remaining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61688"/>
            <a:ext cx="502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4361688"/>
            <a:ext cx="10515600" cy="5943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3982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Failure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39826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Random Forest Classifier → predicts failure 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5029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39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5166360"/>
            <a:ext cx="10515600" cy="5943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2029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Dashboard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20293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Gauge, alerts, fleet charts, 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4FE"/>
                </a:solidFill>
              </a:rPr>
              <a:t>Classification — Failure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8288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63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508760"/>
            <a:ext cx="82296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56362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508760"/>
            <a:ext cx="82296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56362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508760"/>
            <a:ext cx="7315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15636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508760"/>
            <a:ext cx="6400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56362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508760"/>
            <a:ext cx="82296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56362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CV 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18288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947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892808"/>
            <a:ext cx="8229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194767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80.95%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1892808"/>
            <a:ext cx="8229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194767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81.20%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892808"/>
            <a:ext cx="73152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40" y="19476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80.95%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892808"/>
            <a:ext cx="640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194767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80.85%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1892808"/>
            <a:ext cx="8229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194767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80.62%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276856"/>
            <a:ext cx="182880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331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</a:rPr>
              <a:t>Logistic Regression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276856"/>
            <a:ext cx="82296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233172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80.95%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2276856"/>
            <a:ext cx="82296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233172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80.10%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2276856"/>
            <a:ext cx="73152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7640" y="23317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80.95%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276856"/>
            <a:ext cx="64008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233172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80.30%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276856"/>
            <a:ext cx="82296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233172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83.67%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4FE"/>
                </a:solidFill>
              </a:rPr>
              <a:t>Regression — RUL Prediction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1508760"/>
            <a:ext cx="18288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1563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508760"/>
            <a:ext cx="7315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15636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1508760"/>
            <a:ext cx="77724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156362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38360" y="1508760"/>
            <a:ext cx="6400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156362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78440" y="1508760"/>
            <a:ext cx="1371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24160" y="156362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vs Baseline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1892808"/>
            <a:ext cx="18288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1947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1892808"/>
            <a:ext cx="73152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19476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34.87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61120" y="1892808"/>
            <a:ext cx="7772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194767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40.87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38360" y="1892808"/>
            <a:ext cx="640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194767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0.83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78440" y="1892808"/>
            <a:ext cx="13716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24160" y="19476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22.8% better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276856"/>
            <a:ext cx="182880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2331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</a:rPr>
              <a:t>Linear Regression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2276856"/>
            <a:ext cx="73152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5320" y="23317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45.17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2276856"/>
            <a:ext cx="77724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06840" y="233172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60.42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38360" y="2276856"/>
            <a:ext cx="64008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84080" y="233172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0.71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378440" y="2276856"/>
            <a:ext cx="1371600" cy="384048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24160" y="23317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291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E4FE"/>
                </a:solidFill>
              </a:rPr>
              <a:t>Key Takeaways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37947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Random Forest outperforms baseline on both tasks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Regressor achieves MAE of 34.87 cycles (22.8% improvement)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Classifier reaches 80.95% accuracy across 4 failure types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High correlation (0.95) between true and predicted RUL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Top 10 Features — RUL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sensor_15_avg_90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197864"/>
            <a:ext cx="6858000" cy="3017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97864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7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sensor_15_min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719071"/>
            <a:ext cx="4378816" cy="301752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0576" y="1719071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0.136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5415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sensor_15_avg_60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240279"/>
            <a:ext cx="2672366" cy="301752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4126" y="2240279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sensor_15_avg_30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761488"/>
            <a:ext cx="2479183" cy="301752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0943" y="276148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278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sensor_21_max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282696"/>
            <a:ext cx="1320084" cy="301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1844" y="3282696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sensor_4_min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803903"/>
            <a:ext cx="1094704" cy="301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6464" y="3803903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702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sensor_12_max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325112"/>
            <a:ext cx="837126" cy="301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8886" y="4325112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914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sensor_3_min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4846320"/>
            <a:ext cx="740535" cy="301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2295" y="484632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1266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sensor_17_avg_60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5367528"/>
            <a:ext cx="643943" cy="301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5703" y="536752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338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sensor_7_max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5888736"/>
            <a:ext cx="515154" cy="301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66914" y="5888736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0.016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8F0"/>
                </a:solidFill>
              </a:rPr>
              <a:t>💡  Sensor 15 features alone account for 51.3% of total predictive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1508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📂  Upload &amp; 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Upload raw sensor CSV or pre-engineered feature CSV.
Auto-detects format and runs predictions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1508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🔴🟠🟢  Status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CRITICAL (&lt;50 cycles), WARNING (&lt;150 cycles),
HEALTHY (≥150 cycles) with colour-coded alerts.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1508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📊  Fleet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Bar chart of RUL per engine, pie chart of failure
type distribution, colour-coded results 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26080"/>
            <a:ext cx="5486400" cy="1508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⬇️ 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Download full prediction results as CSV for
reporting and further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5486400" cy="15087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📈  Model Info 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4FE"/>
                </a:solidFill>
              </a:rPr>
              <a:t>Performance tables, feature importance chart,
dataset statistics and pipeline explanation.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RUL Status 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4114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🔴 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RUL &lt; 50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Immediate maintenance required.
Engine at high risk of failure.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4114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🟠 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50 ≤ RUL &lt; 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Schedule maintenance soon.
Monitor closely.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66160" cy="4114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🟢  HEALTHY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RUL ≥ 150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Engine operating normally.
No immediate action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C8F0"/>
                </a:solidFill>
              </a:rPr>
              <a:t>Demo CSV covers all 3 zones: 1 CRITICAL · 2 WARNING · 4 HEALTHY engines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BE4FE"/>
                </a:solidFill>
              </a:rPr>
              <a:t>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End-to-end predictive maintenance pipeline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Random Forest Regressor — MAE 34.87 cycles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Random Forest Classifier — 80.95% accuracy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144 engineered features from raw sensor data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✅  Interactive Streamlit dashboard with fleet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BE4FE"/>
                </a:solidFill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🔮  Deep learning models (LSTM, Transformer)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🔮  Real-time streaming sensor data ingestion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🔮  Anomaly detection layer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🔮  Multi-fleet comparative analytics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🔮  Maintenance scheduling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112745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BE4FE"/>
                </a:solidFill>
              </a:rPr>
              <a:t>"Predict before it breaks — save cost, save lives."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